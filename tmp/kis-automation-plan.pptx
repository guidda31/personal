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KIS OpenAPI 자동화 개발 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프로그램 개발 전용 (운영/크론 미포함)</a:t>
            </a:r>
          </a:p>
          <a:p>
            <a:r>
              <a:t>2026-03-01 19:35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목표 재정의 (자동화 중심)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수동 트레이딩이 아닌 자동 실행 가능한 API 프로그램 구축</a:t>
            </a:r>
          </a:p>
          <a:p>
            <a:pPr/>
            <a:r>
              <a:t>범위: 시세조회 + 계좌조회 + 주문 API 모듈화</a:t>
            </a:r>
          </a:p>
          <a:p>
            <a:pPr/>
            <a:r>
              <a:t>현재 단계는 개발/검증 전용 (실거래 자동 실행은 보류)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개발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실전(real)보다 모의(mock) 우선 개발</a:t>
            </a:r>
          </a:p>
          <a:p>
            <a:pPr/>
            <a:r>
              <a:t>민감정보(.env, 토큰) 비공개/로그 마스킹</a:t>
            </a:r>
          </a:p>
          <a:p>
            <a:pPr/>
            <a:r>
              <a:t>기능별 모듈 분리(client/market/account/order/risk)</a:t>
            </a:r>
          </a:p>
          <a:p>
            <a:pPr/>
            <a:r>
              <a:t>자동화 친화 인터페이스(CLI + JSON 출력)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client.py: 인증/공통 헤더/TR ID/재시도</a:t>
            </a:r>
          </a:p>
          <a:p>
            <a:pPr/>
            <a:r>
              <a:t>market.py: 현재가/호가/체결/일봉</a:t>
            </a:r>
          </a:p>
          <a:p>
            <a:pPr/>
            <a:r>
              <a:t>account.py: 예수금/잔고/주문가능금액</a:t>
            </a:r>
          </a:p>
          <a:p>
            <a:pPr/>
            <a:r>
              <a:t>order.py: 매수/매도/정정/취소</a:t>
            </a:r>
          </a:p>
          <a:p>
            <a:pPr/>
            <a:r>
              <a:t>risk.py: 주문 사전검증(한도·중복·쿨다운)</a:t>
            </a:r>
          </a:p>
          <a:p>
            <a:pPr/>
            <a:r>
              <a:t>runner.py: 자동화 실행 엔진(스케줄러 독립)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단계별 개발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시세조회 API 완성</a:t>
            </a:r>
          </a:p>
          <a:p>
            <a:pPr lvl="1"/>
            <a:r>
              <a:t>현재가(완료) + 호가 + 체결 + 일봉</a:t>
            </a:r>
          </a:p>
          <a:p>
            <a:pPr lvl="1"/>
            <a:r>
              <a:t>예외처리/타임아웃/재시도</a:t>
            </a:r>
          </a:p>
          <a:p>
            <a:pPr/>
            <a:r>
              <a:t>Phase 2: 계좌조회 API 완성</a:t>
            </a:r>
          </a:p>
          <a:p>
            <a:pPr lvl="1"/>
            <a:r>
              <a:t>예수금/포지션/주문가능금액</a:t>
            </a:r>
          </a:p>
          <a:p>
            <a:pPr/>
            <a:r>
              <a:t>Phase 3: 주문 API 완성</a:t>
            </a:r>
          </a:p>
          <a:p>
            <a:pPr lvl="1"/>
            <a:r>
              <a:t>매수/매도 + 주문조회 + 정정/취소</a:t>
            </a:r>
          </a:p>
          <a:p>
            <a:pPr/>
            <a:r>
              <a:t>Phase 4: 자동화 실행 계층 구축</a:t>
            </a:r>
          </a:p>
          <a:p>
            <a:pPr lvl="1"/>
            <a:r>
              <a:t>전략 신호 입력 -&gt; 주문 후보 생성 -&gt; Dry-run 실행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자동화 실행 흐름 (개발 모드)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신호 입력(외부 모델/전략 점수) 수신</a:t>
            </a:r>
          </a:p>
          <a:p>
            <a:pPr/>
            <a:r>
              <a:t>리스크 체크(종목당/일일 한도, 변동성 필터)</a:t>
            </a:r>
          </a:p>
          <a:p>
            <a:pPr/>
            <a:r>
              <a:t>주문 시뮬레이션(Dry-run) 생성</a:t>
            </a:r>
          </a:p>
          <a:p>
            <a:pPr/>
            <a:r>
              <a:t>결과 저장(JSON/로그) 및 리포트 출력</a:t>
            </a:r>
          </a:p>
          <a:p>
            <a:pPr/>
            <a:r>
              <a:t>실주문 전환은 별도 승인 플래그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검증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단위테스트: 토큰/시세/계좌/주문 모듈별</a:t>
            </a:r>
          </a:p>
          <a:p>
            <a:pPr/>
            <a:r>
              <a:t>통합테스트: mock 환경 end-to-end</a:t>
            </a:r>
          </a:p>
          <a:p>
            <a:pPr/>
            <a:r>
              <a:t>회귀테스트: TR ID/응답 스키마 변경 감지</a:t>
            </a:r>
          </a:p>
          <a:p>
            <a:pPr/>
            <a:r>
              <a:t>장애테스트: 네트워크 실패/에러코드/재시도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보안/안전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.env 및 토큰 캐시 git 제외 (적용됨)</a:t>
            </a:r>
          </a:p>
          <a:p>
            <a:pPr/>
            <a:r>
              <a:t>로그 내 appkey/appsecret/access_token 마스킹</a:t>
            </a:r>
          </a:p>
          <a:p>
            <a:pPr/>
            <a:r>
              <a:t>real 주문은 2단계 확인값(예: --confirm REAL_ORDER)</a:t>
            </a:r>
          </a:p>
          <a:p>
            <a:pPr/>
            <a:r>
              <a:t>주문 전 계좌/가격/수량 검증 실패 시 즉시 중단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산출물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실행 가능한 CLI: quote/orderbook/balance/buy/sell/cancel</a:t>
            </a:r>
          </a:p>
          <a:p>
            <a:pPr/>
            <a:r>
              <a:t>JSON 출력 포맷 표준화(자동화 연동용)</a:t>
            </a:r>
          </a:p>
          <a:p>
            <a:pPr/>
            <a:r>
              <a:t>개발자 가이드 + 에러코드 매핑표</a:t>
            </a:r>
          </a:p>
          <a:p>
            <a:pPr/>
            <a:r>
              <a:t>실전 전환 체크리스트(승인/리스크 한도)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이번 주 우선순위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호가/체결/일봉 API 추가</a:t>
            </a:r>
          </a:p>
          <a:p>
            <a:pPr/>
            <a:r>
              <a:t>2) 잔고/예수금 API 추가</a:t>
            </a:r>
          </a:p>
          <a:p>
            <a:pPr/>
            <a:r>
              <a:t>3) 주문 Dry-run 파이프라인 구축</a:t>
            </a:r>
          </a:p>
          <a:p>
            <a:pPr/>
            <a:r>
              <a:t>4) mock 통합 테스트 통과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