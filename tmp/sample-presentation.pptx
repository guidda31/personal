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샘플 발표자료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OpenClaw 자동 생성</a:t>
            </a:r>
          </a:p>
          <a:p>
            <a:r>
              <a:t>2026-03-01 18:23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이 문서는 샘플 PPT입니다.</a:t>
            </a:r>
          </a:p>
          <a:p>
            <a:r>
              <a:t>총 3장 구성</a:t>
            </a:r>
          </a:p>
          <a:p>
            <a:r>
              <a:t>제목/요약/다음 단계 포함</a:t>
            </a:r>
          </a:p>
          <a:p>
            <a:r>
              <a:t>원하면 회사 템플릿으로 변환 가능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원하는 주제를 알려주면 실전용 PPT를 만들어줄게.</a:t>
            </a:r>
          </a:p>
          <a:p>
            <a:r>
              <a:t>- 주제/청중/발표시간</a:t>
            </a:r>
          </a:p>
          <a:p>
            <a:r>
              <a:t>- 톤(보고용/제안용)</a:t>
            </a:r>
          </a:p>
          <a:p>
            <a:r>
              <a:t>- 필요 차트/도표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